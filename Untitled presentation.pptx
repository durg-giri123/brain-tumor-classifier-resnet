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4929ca9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4929ca9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Tumor MRI Image Classification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Ipynb - python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Video -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